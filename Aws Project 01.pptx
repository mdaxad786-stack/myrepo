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2.jpg" ContentType="image/png"/>
  <Override PartName="/ppt/media/image4.jpg" ContentType="image/png"/>
  <Override PartName="/ppt/media/image5.jpg" ContentType="image/png"/>
  <Override PartName="/ppt/media/image6.jpg" ContentType="image/png"/>
  <Override PartName="/ppt/media/image7.jpg" ContentType="image/png"/>
  <Override PartName="/ppt/media/image8.jpg" ContentType="image/png"/>
  <Override PartName="/ppt/media/image9.jpg" ContentType="image/png"/>
  <Override PartName="/ppt/media/image10.jpg" ContentType="image/png"/>
  <Override PartName="/ppt/media/image11.jpg" ContentType="image/png"/>
  <Override PartName="/ppt/media/image12.jpg" ContentType="image/png"/>
  <Override PartName="/ppt/media/image13.jpg" ContentType="image/png"/>
  <Override PartName="/ppt/media/image14.jpg" ContentType="image/png"/>
  <Override PartName="/ppt/media/image15.jpg" ContentType="image/png"/>
  <Override PartName="/ppt/media/image16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6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0773D-F700-4C1A-8ECE-FF95A13808A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74BE-DA9A-448A-8288-B587281E7A90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2739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0773D-F700-4C1A-8ECE-FF95A13808A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74BE-DA9A-448A-8288-B587281E7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565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0773D-F700-4C1A-8ECE-FF95A13808A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74BE-DA9A-448A-8288-B587281E7A90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7280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0773D-F700-4C1A-8ECE-FF95A13808A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74BE-DA9A-448A-8288-B587281E7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130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0773D-F700-4C1A-8ECE-FF95A13808A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74BE-DA9A-448A-8288-B587281E7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462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0773D-F700-4C1A-8ECE-FF95A13808A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74BE-DA9A-448A-8288-B587281E7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484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0773D-F700-4C1A-8ECE-FF95A13808A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74BE-DA9A-448A-8288-B587281E7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477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CE0773D-F700-4C1A-8ECE-FF95A13808A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CBF74BE-DA9A-448A-8288-B587281E7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0773D-F700-4C1A-8ECE-FF95A13808A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74BE-DA9A-448A-8288-B587281E7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406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0773D-F700-4C1A-8ECE-FF95A13808A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74BE-DA9A-448A-8288-B587281E7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362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0773D-F700-4C1A-8ECE-FF95A13808A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74BE-DA9A-448A-8288-B587281E7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64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CE0773D-F700-4C1A-8ECE-FF95A13808A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CBF74BE-DA9A-448A-8288-B587281E7A9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2743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5" r:id="rId1"/>
    <p:sldLayoutId id="2147483906" r:id="rId2"/>
    <p:sldLayoutId id="2147483907" r:id="rId3"/>
    <p:sldLayoutId id="2147483908" r:id="rId4"/>
    <p:sldLayoutId id="2147483909" r:id="rId5"/>
    <p:sldLayoutId id="2147483910" r:id="rId6"/>
    <p:sldLayoutId id="2147483911" r:id="rId7"/>
    <p:sldLayoutId id="2147483912" r:id="rId8"/>
    <p:sldLayoutId id="2147483913" r:id="rId9"/>
    <p:sldLayoutId id="2147483914" r:id="rId10"/>
    <p:sldLayoutId id="214748391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97148" y="77485"/>
            <a:ext cx="10670876" cy="147732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3600" b="0" cap="none" spc="0" dirty="0" smtClean="0">
                <a:ln w="0"/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lgerian" panose="04020705040A02060702" pitchFamily="82" charset="0"/>
              </a:rPr>
              <a:t>PROJECT : 1</a:t>
            </a:r>
          </a:p>
          <a:p>
            <a:pPr algn="ctr"/>
            <a:r>
              <a:rPr lang="en-US" sz="3600" b="0" cap="none" spc="0" dirty="0" smtClean="0">
                <a:ln w="0"/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lgerian" panose="04020705040A02060702" pitchFamily="82" charset="0"/>
              </a:rPr>
              <a:t>HIGHLY  AVAILABLE  STATIC  WEBSITE </a:t>
            </a:r>
            <a:endParaRPr lang="en-US" sz="3600" b="0" cap="none" spc="0" dirty="0">
              <a:ln w="0"/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55908" y="2674037"/>
            <a:ext cx="6241441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Launch EC2 in one availability zone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Configure security groups for HTTP and SSH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Attach EBS volume and host a static website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Store backups in S3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Create EBS snapshot and AMI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Launch EC2 in another AZ using AMI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22210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97280" y="767751"/>
            <a:ext cx="10058400" cy="969609"/>
          </a:xfrm>
        </p:spPr>
        <p:txBody>
          <a:bodyPr>
            <a:normAutofit/>
          </a:bodyPr>
          <a:lstStyle/>
          <a:p>
            <a:pPr marL="342900" indent="-342900" algn="ctr">
              <a:buFont typeface="Wingdings" panose="05000000000000000000" pitchFamily="2" charset="2"/>
              <a:buChar char="Ø"/>
            </a:pPr>
            <a:r>
              <a:rPr lang="en-US" sz="3200" spc="0" dirty="0">
                <a:ln w="0"/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Launch EC2 in one availability zone</a:t>
            </a:r>
            <a:r>
              <a:rPr lang="en-US" sz="2400" spc="0" dirty="0">
                <a:ln w="0"/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lgerian" panose="04020705040A02060702" pitchFamily="82" charset="0"/>
              </a:rPr>
              <a:t/>
            </a:r>
            <a:br>
              <a:rPr lang="en-US" sz="2400" spc="0" dirty="0">
                <a:ln w="0"/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lgerian" panose="04020705040A02060702" pitchFamily="82" charset="0"/>
              </a:rPr>
            </a:b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Algerian" panose="04020705040A02060702" pitchFamily="82" charset="0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864" y="1811757"/>
            <a:ext cx="9566694" cy="4226733"/>
          </a:xfrm>
        </p:spPr>
      </p:pic>
    </p:spTree>
    <p:extLst>
      <p:ext uri="{BB962C8B-B14F-4D97-AF65-F5344CB8AC3E}">
        <p14:creationId xmlns:p14="http://schemas.microsoft.com/office/powerpoint/2010/main" val="2352720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1401" y="638355"/>
            <a:ext cx="10058400" cy="771202"/>
          </a:xfrm>
        </p:spPr>
        <p:txBody>
          <a:bodyPr>
            <a:normAutofit/>
          </a:bodyPr>
          <a:lstStyle/>
          <a:p>
            <a:pPr marL="457200" indent="-457200" algn="ctr">
              <a:buFont typeface="Wingdings" panose="05000000000000000000" pitchFamily="2" charset="2"/>
              <a:buChar char="Ø"/>
            </a:pPr>
            <a:r>
              <a:rPr lang="en-US" sz="3200" dirty="0">
                <a:latin typeface="Agency FB" panose="020B0503020202020204" pitchFamily="34" charset="0"/>
              </a:rPr>
              <a:t>Create new </a:t>
            </a:r>
            <a:r>
              <a:rPr lang="en-US" sz="3200" dirty="0" smtClean="0">
                <a:latin typeface="Agency FB" panose="020B0503020202020204" pitchFamily="34" charset="0"/>
              </a:rPr>
              <a:t>security </a:t>
            </a:r>
            <a:r>
              <a:rPr lang="en-US" sz="3200" dirty="0">
                <a:latin typeface="Agency FB" panose="020B0503020202020204" pitchFamily="34" charset="0"/>
              </a:rPr>
              <a:t>group </a:t>
            </a:r>
            <a:r>
              <a:rPr lang="en-US" sz="3200" dirty="0" smtClean="0">
                <a:latin typeface="Agency FB" panose="020B0503020202020204" pitchFamily="34" charset="0"/>
              </a:rPr>
              <a:t>configure security groups </a:t>
            </a:r>
            <a:r>
              <a:rPr lang="en-US" sz="3200" dirty="0">
                <a:latin typeface="Agency FB" panose="020B0503020202020204" pitchFamily="34" charset="0"/>
              </a:rPr>
              <a:t>(HTTP and SSH)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8415" y="2028825"/>
            <a:ext cx="8885208" cy="4018292"/>
          </a:xfrm>
        </p:spPr>
      </p:pic>
    </p:spTree>
    <p:extLst>
      <p:ext uri="{BB962C8B-B14F-4D97-AF65-F5344CB8AC3E}">
        <p14:creationId xmlns:p14="http://schemas.microsoft.com/office/powerpoint/2010/main" val="3778295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9124"/>
            <a:ext cx="10058400" cy="736697"/>
          </a:xfrm>
        </p:spPr>
        <p:txBody>
          <a:bodyPr>
            <a:normAutofit/>
          </a:bodyPr>
          <a:lstStyle/>
          <a:p>
            <a:pPr marL="685800" indent="-685800">
              <a:buFont typeface="Wingdings" panose="05000000000000000000" pitchFamily="2" charset="2"/>
              <a:buChar char="Ø"/>
            </a:pPr>
            <a:r>
              <a:rPr lang="en-US" sz="2800" dirty="0">
                <a:latin typeface="Agency FB" panose="020B0503020202020204" pitchFamily="34" charset="0"/>
              </a:rPr>
              <a:t>Attach EBS volume and host static website create and attach volume to instance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1282" y="1967033"/>
            <a:ext cx="9000363" cy="4022725"/>
          </a:xfrm>
        </p:spPr>
      </p:pic>
    </p:spTree>
    <p:extLst>
      <p:ext uri="{BB962C8B-B14F-4D97-AF65-F5344CB8AC3E}">
        <p14:creationId xmlns:p14="http://schemas.microsoft.com/office/powerpoint/2010/main" val="2743752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2723" y="715992"/>
            <a:ext cx="8262380" cy="719443"/>
          </a:xfrm>
        </p:spPr>
        <p:txBody>
          <a:bodyPr>
            <a:normAutofit/>
          </a:bodyPr>
          <a:lstStyle/>
          <a:p>
            <a:pPr marL="457200" indent="-457200" algn="ctr">
              <a:buFont typeface="Wingdings" panose="05000000000000000000" pitchFamily="2" charset="2"/>
              <a:buChar char="Ø"/>
            </a:pPr>
            <a:r>
              <a:rPr lang="en-US" sz="2800" dirty="0">
                <a:latin typeface="Agency FB" panose="020B0503020202020204" pitchFamily="34" charset="0"/>
              </a:rPr>
              <a:t>Connect ec2 instance and install and </a:t>
            </a:r>
            <a:r>
              <a:rPr lang="en-US" sz="2800" dirty="0" smtClean="0">
                <a:latin typeface="Agency FB" panose="020B0503020202020204" pitchFamily="34" charset="0"/>
              </a:rPr>
              <a:t>start HTTPD</a:t>
            </a:r>
            <a:endParaRPr lang="en-US" sz="2800" dirty="0">
              <a:latin typeface="Agency FB" panose="020B0503020202020204" pitchFamily="34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4513" y="1872142"/>
            <a:ext cx="9420045" cy="4252613"/>
          </a:xfrm>
        </p:spPr>
      </p:pic>
    </p:spTree>
    <p:extLst>
      <p:ext uri="{BB962C8B-B14F-4D97-AF65-F5344CB8AC3E}">
        <p14:creationId xmlns:p14="http://schemas.microsoft.com/office/powerpoint/2010/main" val="1152438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7585" y="664445"/>
            <a:ext cx="11516264" cy="1216324"/>
          </a:xfrm>
        </p:spPr>
        <p:txBody>
          <a:bodyPr>
            <a:normAutofit fontScale="90000"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 smtClean="0">
                <a:latin typeface="Agency FB" panose="020B0503020202020204" pitchFamily="34" charset="0"/>
              </a:rPr>
              <a:t>To create an IAM Roles (Here follow 2page: add permission, name, review and create )</a:t>
            </a:r>
            <a:r>
              <a:rPr lang="en-US" sz="1050" dirty="0" smtClean="0">
                <a:latin typeface="Agency FB" panose="020B0503020202020204" pitchFamily="34" charset="0"/>
              </a:rPr>
              <a:t/>
            </a:r>
            <a:br>
              <a:rPr lang="en-US" sz="1050" dirty="0" smtClean="0">
                <a:latin typeface="Agency FB" panose="020B0503020202020204" pitchFamily="34" charset="0"/>
              </a:rPr>
            </a:br>
            <a:endParaRPr lang="en-US" sz="3600" dirty="0">
              <a:latin typeface="Agency FB" panose="020B0503020202020204" pitchFamily="34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524" y="1880769"/>
            <a:ext cx="9411419" cy="4192227"/>
          </a:xfrm>
        </p:spPr>
      </p:pic>
    </p:spTree>
    <p:extLst>
      <p:ext uri="{BB962C8B-B14F-4D97-AF65-F5344CB8AC3E}">
        <p14:creationId xmlns:p14="http://schemas.microsoft.com/office/powerpoint/2010/main" val="4187559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79" y="648911"/>
            <a:ext cx="8331391" cy="921095"/>
          </a:xfrm>
        </p:spPr>
        <p:txBody>
          <a:bodyPr>
            <a:normAutofit/>
          </a:bodyPr>
          <a:lstStyle/>
          <a:p>
            <a:pPr marL="457200" indent="-457200" algn="ctr">
              <a:buFont typeface="Wingdings" panose="05000000000000000000" pitchFamily="2" charset="2"/>
              <a:buChar char="Ø"/>
            </a:pPr>
            <a:r>
              <a:rPr lang="en-US" sz="3200" dirty="0" smtClean="0">
                <a:latin typeface="Agency FB" panose="020B0503020202020204" pitchFamily="34" charset="0"/>
              </a:rPr>
              <a:t>To  add  IAM   Roles Permission (AmazonS3FullAccess)</a:t>
            </a:r>
            <a:endParaRPr lang="en-US" sz="3200" dirty="0">
              <a:latin typeface="Agency FB" panose="020B0503020202020204" pitchFamily="34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7978" y="1923901"/>
            <a:ext cx="8583282" cy="4022725"/>
          </a:xfrm>
        </p:spPr>
      </p:pic>
    </p:spTree>
    <p:extLst>
      <p:ext uri="{BB962C8B-B14F-4D97-AF65-F5344CB8AC3E}">
        <p14:creationId xmlns:p14="http://schemas.microsoft.com/office/powerpoint/2010/main" val="3781600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107" y="157207"/>
            <a:ext cx="10058400" cy="1450757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 smtClean="0">
                <a:latin typeface="Agency FB" panose="020B0503020202020204" pitchFamily="34" charset="0"/>
              </a:rPr>
              <a:t>To check the IAM Role last page review </a:t>
            </a:r>
            <a:endParaRPr lang="en-US" sz="3200" dirty="0">
              <a:latin typeface="Agency FB" panose="020B0503020202020204" pitchFamily="34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317" y="1975659"/>
            <a:ext cx="8292997" cy="4022725"/>
          </a:xfrm>
        </p:spPr>
      </p:pic>
    </p:spTree>
    <p:extLst>
      <p:ext uri="{BB962C8B-B14F-4D97-AF65-F5344CB8AC3E}">
        <p14:creationId xmlns:p14="http://schemas.microsoft.com/office/powerpoint/2010/main" val="413181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237" y="208965"/>
            <a:ext cx="10058400" cy="1450757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 smtClean="0">
                <a:latin typeface="Agency FB" panose="020B0503020202020204" pitchFamily="34" charset="0"/>
              </a:rPr>
              <a:t>Go to the Exist Ec2 instance select instance id or to modify IAM Role</a:t>
            </a:r>
            <a:endParaRPr lang="en-US" sz="3200" dirty="0">
              <a:latin typeface="Agency FB" panose="020B0503020202020204" pitchFamily="34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116" y="1958407"/>
            <a:ext cx="9014604" cy="4022725"/>
          </a:xfrm>
        </p:spPr>
      </p:pic>
    </p:spTree>
    <p:extLst>
      <p:ext uri="{BB962C8B-B14F-4D97-AF65-F5344CB8AC3E}">
        <p14:creationId xmlns:p14="http://schemas.microsoft.com/office/powerpoint/2010/main" val="5611458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 smtClean="0">
                <a:latin typeface="Agency FB" panose="020B0503020202020204" pitchFamily="34" charset="0"/>
              </a:rPr>
              <a:t>To create a Directory after that  mount then we are check  </a:t>
            </a:r>
            <a:r>
              <a:rPr lang="en-US" sz="2800" dirty="0" err="1" smtClean="0">
                <a:latin typeface="Agency FB" panose="020B0503020202020204" pitchFamily="34" charset="0"/>
              </a:rPr>
              <a:t>cmd</a:t>
            </a:r>
            <a:r>
              <a:rPr lang="en-US" sz="2800" dirty="0" smtClean="0">
                <a:latin typeface="Agency FB" panose="020B0503020202020204" pitchFamily="34" charset="0"/>
              </a:rPr>
              <a:t> </a:t>
            </a:r>
            <a:r>
              <a:rPr lang="en-US" sz="2800" dirty="0" err="1" smtClean="0">
                <a:latin typeface="Agency FB" panose="020B0503020202020204" pitchFamily="34" charset="0"/>
              </a:rPr>
              <a:t>lsblk</a:t>
            </a:r>
            <a:endParaRPr lang="en-US" sz="2800" dirty="0">
              <a:latin typeface="Agency FB" panose="020B0503020202020204" pitchFamily="34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8083" y="2044670"/>
            <a:ext cx="9540815" cy="4022725"/>
          </a:xfrm>
        </p:spPr>
      </p:pic>
    </p:spTree>
    <p:extLst>
      <p:ext uri="{BB962C8B-B14F-4D97-AF65-F5344CB8AC3E}">
        <p14:creationId xmlns:p14="http://schemas.microsoft.com/office/powerpoint/2010/main" val="1305039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 smtClean="0">
                <a:latin typeface="Agency FB" panose="020B0503020202020204" pitchFamily="34" charset="0"/>
              </a:rPr>
              <a:t>To create a new Private S3  Bucket</a:t>
            </a:r>
            <a:endParaRPr lang="en-US" sz="3200" dirty="0">
              <a:latin typeface="Agency FB" panose="020B0503020202020204" pitchFamily="34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5841" y="1949869"/>
            <a:ext cx="9078001" cy="4114501"/>
          </a:xfrm>
        </p:spPr>
      </p:pic>
    </p:spTree>
    <p:extLst>
      <p:ext uri="{BB962C8B-B14F-4D97-AF65-F5344CB8AC3E}">
        <p14:creationId xmlns:p14="http://schemas.microsoft.com/office/powerpoint/2010/main" val="2398805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 smtClean="0">
                <a:latin typeface="Agency FB" panose="020B0503020202020204" pitchFamily="34" charset="0"/>
              </a:rPr>
              <a:t>Go to the EC2 instance CLI mode after that install AWS   CLI</a:t>
            </a:r>
            <a:endParaRPr lang="en-US" sz="2800" dirty="0">
              <a:latin typeface="Agency FB" panose="020B0503020202020204" pitchFamily="34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5623" y="1932527"/>
            <a:ext cx="8456898" cy="4174975"/>
          </a:xfrm>
        </p:spPr>
      </p:pic>
    </p:spTree>
    <p:extLst>
      <p:ext uri="{BB962C8B-B14F-4D97-AF65-F5344CB8AC3E}">
        <p14:creationId xmlns:p14="http://schemas.microsoft.com/office/powerpoint/2010/main" val="27827620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13543" cy="1450757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 smtClean="0">
                <a:latin typeface="Agency FB" panose="020B0503020202020204" pitchFamily="34" charset="0"/>
              </a:rPr>
              <a:t>To create a Duplicate Data copy Server to S3 bucket (</a:t>
            </a:r>
            <a:r>
              <a:rPr lang="en-US" sz="2800" dirty="0" err="1" smtClean="0">
                <a:latin typeface="Agency FB" panose="020B0503020202020204" pitchFamily="34" charset="0"/>
              </a:rPr>
              <a:t>aws</a:t>
            </a:r>
            <a:r>
              <a:rPr lang="en-US" sz="2800" dirty="0" smtClean="0">
                <a:latin typeface="Agency FB" panose="020B0503020202020204" pitchFamily="34" charset="0"/>
              </a:rPr>
              <a:t> s3 </a:t>
            </a:r>
            <a:r>
              <a:rPr lang="en-US" sz="2800" dirty="0" err="1" smtClean="0">
                <a:latin typeface="Agency FB" panose="020B0503020202020204" pitchFamily="34" charset="0"/>
              </a:rPr>
              <a:t>cp</a:t>
            </a:r>
            <a:r>
              <a:rPr lang="en-US" sz="2800" dirty="0" smtClean="0">
                <a:latin typeface="Agency FB" panose="020B0503020202020204" pitchFamily="34" charset="0"/>
              </a:rPr>
              <a:t> /</a:t>
            </a:r>
            <a:r>
              <a:rPr lang="en-US" sz="2800" dirty="0" err="1" smtClean="0">
                <a:latin typeface="Agency FB" panose="020B0503020202020204" pitchFamily="34" charset="0"/>
              </a:rPr>
              <a:t>var</a:t>
            </a:r>
            <a:r>
              <a:rPr lang="en-US" sz="2800" dirty="0" smtClean="0">
                <a:latin typeface="Agency FB" panose="020B0503020202020204" pitchFamily="34" charset="0"/>
              </a:rPr>
              <a:t>/www/html/index.html s3://webpage-00000)</a:t>
            </a:r>
            <a:endParaRPr lang="en-US" sz="2800" dirty="0">
              <a:latin typeface="Agency FB" panose="020B0503020202020204" pitchFamily="34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8754" y="1863516"/>
            <a:ext cx="8853714" cy="4304371"/>
          </a:xfrm>
        </p:spPr>
      </p:pic>
    </p:spTree>
    <p:extLst>
      <p:ext uri="{BB962C8B-B14F-4D97-AF65-F5344CB8AC3E}">
        <p14:creationId xmlns:p14="http://schemas.microsoft.com/office/powerpoint/2010/main" val="23042658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 smtClean="0">
                <a:latin typeface="Agency FB" panose="020B0503020202020204" pitchFamily="34" charset="0"/>
              </a:rPr>
              <a:t>Go to the Bucket after that refresh/check  our index.html file copy or not. </a:t>
            </a:r>
            <a:endParaRPr lang="en-US" sz="2800" dirty="0">
              <a:latin typeface="Agency FB" panose="020B0503020202020204" pitchFamily="34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741" y="1846263"/>
            <a:ext cx="8525911" cy="4252612"/>
          </a:xfrm>
        </p:spPr>
      </p:pic>
    </p:spTree>
    <p:extLst>
      <p:ext uri="{BB962C8B-B14F-4D97-AF65-F5344CB8AC3E}">
        <p14:creationId xmlns:p14="http://schemas.microsoft.com/office/powerpoint/2010/main" val="25164706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 smtClean="0">
                <a:latin typeface="Agency FB" panose="020B0503020202020204" pitchFamily="34" charset="0"/>
              </a:rPr>
              <a:t>Go to Ec2 Instance –Action—image &amp; template –create image</a:t>
            </a:r>
            <a:endParaRPr lang="en-US" sz="2800" dirty="0">
              <a:latin typeface="Agency FB" panose="020B0503020202020204" pitchFamily="34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9358" y="1923900"/>
            <a:ext cx="8396514" cy="4022725"/>
          </a:xfrm>
        </p:spPr>
      </p:pic>
    </p:spTree>
    <p:extLst>
      <p:ext uri="{BB962C8B-B14F-4D97-AF65-F5344CB8AC3E}">
        <p14:creationId xmlns:p14="http://schemas.microsoft.com/office/powerpoint/2010/main" val="12312540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Launch EC2 in another AZ using AMI</a:t>
            </a:r>
            <a:endParaRPr lang="en-US" sz="2800" dirty="0">
              <a:latin typeface="Agency FB" panose="020B0503020202020204" pitchFamily="34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743" y="2036045"/>
            <a:ext cx="8120468" cy="4114589"/>
          </a:xfrm>
        </p:spPr>
      </p:pic>
    </p:spTree>
    <p:extLst>
      <p:ext uri="{BB962C8B-B14F-4D97-AF65-F5344CB8AC3E}">
        <p14:creationId xmlns:p14="http://schemas.microsoft.com/office/powerpoint/2010/main" val="34359559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600" dirty="0" smtClean="0">
                <a:latin typeface="Agency FB" panose="020B0503020202020204" pitchFamily="34" charset="0"/>
              </a:rPr>
              <a:t>Test </a:t>
            </a:r>
            <a:r>
              <a:rPr lang="en-US" sz="3600" dirty="0">
                <a:latin typeface="Agency FB" panose="020B0503020202020204" pitchFamily="34" charset="0"/>
              </a:rPr>
              <a:t>high Availability </a:t>
            </a:r>
            <a:r>
              <a:rPr lang="en-US" sz="3600" dirty="0" smtClean="0">
                <a:latin typeface="Agency FB" panose="020B0503020202020204" pitchFamily="34" charset="0"/>
              </a:rPr>
              <a:t>open </a:t>
            </a:r>
            <a:r>
              <a:rPr lang="en-US" sz="3600" dirty="0">
                <a:latin typeface="Agency FB" panose="020B0503020202020204" pitchFamily="34" charset="0"/>
              </a:rPr>
              <a:t>new instance public </a:t>
            </a:r>
            <a:r>
              <a:rPr lang="en-US" sz="3600" dirty="0" err="1">
                <a:latin typeface="Agency FB" panose="020B0503020202020204" pitchFamily="34" charset="0"/>
              </a:rPr>
              <a:t>ip</a:t>
            </a:r>
            <a:endParaRPr lang="en-US" sz="3600" dirty="0">
              <a:latin typeface="Agency FB" panose="020B0503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3876" y="2829464"/>
            <a:ext cx="10058400" cy="1466492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Go to the Chrome/</a:t>
            </a:r>
            <a:r>
              <a:rPr lang="en-US" dirty="0"/>
              <a:t>G</a:t>
            </a:r>
            <a:r>
              <a:rPr lang="en-US" dirty="0" smtClean="0"/>
              <a:t>oogle new tab open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To paste the public </a:t>
            </a:r>
            <a:r>
              <a:rPr lang="en-US" dirty="0" err="1" smtClean="0"/>
              <a:t>ip</a:t>
            </a:r>
            <a:r>
              <a:rPr lang="en-US" dirty="0" smtClean="0"/>
              <a:t> here (chrome)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After that we can see our web-page/</a:t>
            </a:r>
            <a:r>
              <a:rPr lang="en-US" dirty="0" err="1" smtClean="0"/>
              <a:t>webapp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75735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291</TotalTime>
  <Words>248</Words>
  <Application>Microsoft Office PowerPoint</Application>
  <PresentationFormat>Widescreen</PresentationFormat>
  <Paragraphs>27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Agency FB</vt:lpstr>
      <vt:lpstr>Algerian</vt:lpstr>
      <vt:lpstr>Calibri</vt:lpstr>
      <vt:lpstr>Calibri Light</vt:lpstr>
      <vt:lpstr>Wingdings</vt:lpstr>
      <vt:lpstr>Retrospect</vt:lpstr>
      <vt:lpstr>PowerPoint Presentation</vt:lpstr>
      <vt:lpstr>Launch EC2 in one availability zone </vt:lpstr>
      <vt:lpstr>Create new security group configure security groups (HTTP and SSH)</vt:lpstr>
      <vt:lpstr>Attach EBS volume and host static website create and attach volume to instance</vt:lpstr>
      <vt:lpstr>Connect ec2 instance and install and start HTTPD</vt:lpstr>
      <vt:lpstr>To create an IAM Roles (Here follow 2page: add permission, name, review and create ) </vt:lpstr>
      <vt:lpstr>To  add  IAM   Roles Permission (AmazonS3FullAccess)</vt:lpstr>
      <vt:lpstr>To check the IAM Role last page review </vt:lpstr>
      <vt:lpstr>Go to the Exist Ec2 instance select instance id or to modify IAM Role</vt:lpstr>
      <vt:lpstr>To create a Directory after that  mount then we are check  cmd lsblk</vt:lpstr>
      <vt:lpstr>To create a new Private S3  Bucket</vt:lpstr>
      <vt:lpstr>Go to the EC2 instance CLI mode after that install AWS   CLI</vt:lpstr>
      <vt:lpstr>To create a Duplicate Data copy Server to S3 bucket (aws s3 cp /var/www/html/index.html s3://webpage-00000)</vt:lpstr>
      <vt:lpstr>Go to the Bucket after that refresh/check  our index.html file copy or not. </vt:lpstr>
      <vt:lpstr>Go to Ec2 Instance –Action—image &amp; template –create image</vt:lpstr>
      <vt:lpstr>Launch EC2 in another AZ using AMI</vt:lpstr>
      <vt:lpstr>Test high Availability open new instance public ip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MD AZAD</dc:creator>
  <cp:lastModifiedBy>MD AZAD</cp:lastModifiedBy>
  <cp:revision>16</cp:revision>
  <dcterms:created xsi:type="dcterms:W3CDTF">2026-02-21T06:33:25Z</dcterms:created>
  <dcterms:modified xsi:type="dcterms:W3CDTF">2026-02-21T11:24:27Z</dcterms:modified>
</cp:coreProperties>
</file>